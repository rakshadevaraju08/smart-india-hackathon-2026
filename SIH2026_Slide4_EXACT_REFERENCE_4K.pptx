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2026_Slide4_EXACT_REFERENCE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