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898" y="1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ctr">
              <a:defRPr sz="4000" b="1">
                <a:solidFill>
                  <a:srgbClr val="0F172A"/>
                </a:solidFill>
                <a:latin typeface="Arial"/>
              </a:defRPr>
            </a:pPr>
            <a:r>
              <a:t>Team Kairos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E293B"/>
                </a:solidFill>
                <a:latin typeface="Calibri"/>
              </a:rPr>
              <a:t>Problem Statement ID: </a:t>
            </a:r>
            <a:r>
              <a:rPr sz="1700" b="0">
                <a:solidFill>
                  <a:srgbClr val="0F172A"/>
                </a:solidFill>
                <a:latin typeface="Calibri"/>
              </a:rPr>
              <a:t>26085</a:t>
            </a:r>
            <a:endParaRPr lang="en-US" dirty="0"/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E293B"/>
                </a:solidFill>
                <a:latin typeface="Calibri"/>
              </a:rPr>
              <a:t>Problem Statement Title: </a:t>
            </a:r>
            <a:r>
              <a:rPr sz="1700" b="0">
                <a:solidFill>
                  <a:srgbClr val="0F172A"/>
                </a:solidFill>
                <a:latin typeface="Calibri"/>
              </a:rPr>
              <a:t>Urban Flood Nowcasting System (Coupled Drainage &amp; Rainfall)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E293B"/>
                </a:solidFill>
                <a:latin typeface="Calibri"/>
              </a:rPr>
              <a:t>Organization: </a:t>
            </a:r>
            <a:r>
              <a:rPr sz="1700" b="0">
                <a:solidFill>
                  <a:srgbClr val="0F172A"/>
                </a:solidFill>
                <a:latin typeface="Calibri"/>
              </a:rPr>
              <a:t>Ministry of Earth Sciences (MoES) / NCMRWF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E293B"/>
                </a:solidFill>
                <a:latin typeface="Calibri"/>
              </a:rPr>
              <a:t>Theme: </a:t>
            </a:r>
            <a:r>
              <a:rPr sz="1700" b="0">
                <a:solidFill>
                  <a:srgbClr val="0F172A"/>
                </a:solidFill>
                <a:latin typeface="Calibri"/>
              </a:rPr>
              <a:t>Disaster Management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E293B"/>
                </a:solidFill>
                <a:latin typeface="Calibri"/>
              </a:rPr>
              <a:t>PS Category: </a:t>
            </a:r>
            <a:r>
              <a:rPr sz="1700" b="0">
                <a:solidFill>
                  <a:srgbClr val="0F172A"/>
                </a:solidFill>
                <a:latin typeface="Calibri"/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E293B"/>
                </a:solidFill>
                <a:latin typeface="Calibri"/>
              </a:rPr>
              <a:t>Team ID: </a:t>
            </a:r>
            <a:r>
              <a:rPr sz="1700" b="0">
                <a:solidFill>
                  <a:srgbClr val="0F172A"/>
                </a:solidFill>
                <a:latin typeface="Calibri"/>
              </a:rPr>
              <a:t>SIH2026/26085/KAIROS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E293B"/>
                </a:solidFill>
                <a:latin typeface="Calibri"/>
              </a:rPr>
              <a:t>Team Name: </a:t>
            </a:r>
            <a:r>
              <a:rPr sz="1700" b="0">
                <a:solidFill>
                  <a:srgbClr val="0F172A"/>
                </a:solidFill>
                <a:latin typeface="Calibri"/>
              </a:rPr>
              <a:t>Team Kairos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2800" b="1">
                <a:solidFill>
                  <a:srgbClr val="0F172A"/>
                </a:solidFill>
                <a:latin typeface="Calibri"/>
              </a:defRPr>
            </a:pPr>
            <a:r>
              <a:t>PROPOSED SOLUTION &amp; NOVELTY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Team Kairos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2" name="Picture 15361" descr="slide2_problem_solution_tiranga_gl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234440"/>
            <a:ext cx="11457432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800" b="1">
                <a:solidFill>
                  <a:srgbClr val="0F172A"/>
                </a:solidFill>
                <a:latin typeface="Calibri"/>
              </a:defRPr>
            </a:pPr>
            <a:r>
              <a:t>TECHNICAL APPROACH &amp;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Team Kairos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lide3_technical_architecture_tiranga_gl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234440"/>
            <a:ext cx="114574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800" b="1">
                <a:solidFill>
                  <a:srgbClr val="0F172A"/>
                </a:solidFill>
                <a:latin typeface="Calibri"/>
              </a:defRPr>
            </a:pPr>
            <a: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Team Kairos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lide4_feasibility_matrix_tiranga_gl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234440"/>
            <a:ext cx="11457432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600" b="1">
                <a:solidFill>
                  <a:srgbClr val="0F172A"/>
                </a:solidFill>
                <a:latin typeface="Calibri"/>
              </a:defRPr>
            </a:pPr>
            <a:r>
              <a:t>IMPACT, SOCIAL BENEFITS &amp; COMMERCIAL POTENTIAL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Team Kairos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lide5_impact_benefits_tiranga_gl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234440"/>
            <a:ext cx="11457432" cy="507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600" b="1">
                <a:solidFill>
                  <a:srgbClr val="0F172A"/>
                </a:solidFill>
                <a:latin typeface="Calibri"/>
              </a:defRPr>
            </a:pPr>
            <a:r>
              <a:t>RESEARCH, REFERENCES &amp; VALIDATION PROOF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Team Kairos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lide6_research_references_tiranga_gl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234440"/>
            <a:ext cx="11457432" cy="507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Gagan K S</cp:lastModifiedBy>
  <cp:revision>148</cp:revision>
  <dcterms:created xsi:type="dcterms:W3CDTF">2013-12-12T18:46:50Z</dcterms:created>
  <dcterms:modified xsi:type="dcterms:W3CDTF">2026-09-09T14:49:14Z</dcterms:modified>
  <cp:category/>
</cp:coreProperties>
</file>