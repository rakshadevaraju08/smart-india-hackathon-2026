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H2026_Slide4_Feasibility_Viability_4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